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Proxima Nova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jVw5m8GPHnJXzmayuTrscodN1C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ProximaNova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48700bf3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2d48700bf3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48700bf3d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48700bf3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48700bf3d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d48700bf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20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7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11.png"/><Relationship Id="rId19" Type="http://schemas.openxmlformats.org/officeDocument/2006/relationships/image" Target="../media/image18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9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COLAB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942750" y="1180675"/>
            <a:ext cx="71370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¿</a:t>
            </a:r>
            <a:r>
              <a:rPr b="1" lang="es-419" sz="1800">
                <a:solidFill>
                  <a:schemeClr val="dk1"/>
                </a:solidFill>
              </a:rPr>
              <a:t>Qué</a:t>
            </a:r>
            <a:r>
              <a:rPr b="1" lang="es-419" sz="1800">
                <a:solidFill>
                  <a:schemeClr val="dk1"/>
                </a:solidFill>
              </a:rPr>
              <a:t> es Google Colab?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Google Colab (o Colaboratory) es una plataforma de notebooks basada en la nube que permite a los usuarios escribir y ejecutar código Python en un entorno colaborativo. Es especialmente popular en el ámbito del aprendizaje automático, análisis de datos y educación en programación.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8125" y="3175838"/>
            <a:ext cx="32766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2d48700bf3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2d48700bf3d_0_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COLAB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g2d48700bf3d_0_2"/>
          <p:cNvSpPr txBox="1"/>
          <p:nvPr/>
        </p:nvSpPr>
        <p:spPr>
          <a:xfrm>
            <a:off x="942750" y="1180675"/>
            <a:ext cx="71370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¿Qué es Google Colab?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Algunas </a:t>
            </a:r>
            <a:r>
              <a:rPr i="1" lang="es-419">
                <a:solidFill>
                  <a:schemeClr val="dk1"/>
                </a:solidFill>
              </a:rPr>
              <a:t>características</a:t>
            </a:r>
            <a:r>
              <a:rPr i="1" lang="es-419">
                <a:solidFill>
                  <a:schemeClr val="dk1"/>
                </a:solidFill>
              </a:rPr>
              <a:t>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Acceso Gratuito: </a:t>
            </a:r>
            <a:r>
              <a:rPr lang="es-419">
                <a:solidFill>
                  <a:schemeClr val="dk1"/>
                </a:solidFill>
              </a:rPr>
              <a:t>Ofrece acceso gratuito a recursos de computación en la nube, incluyendo GPU y TPU, lo que facilita el trabajo con modelos de aprendizaje profundo.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Integración con Google Drive:</a:t>
            </a:r>
            <a:r>
              <a:rPr lang="es-419">
                <a:solidFill>
                  <a:schemeClr val="dk1"/>
                </a:solidFill>
              </a:rPr>
              <a:t> Permite guardar y compartir notebooks fácilmente a través de Google Drive.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83" name="Google Shape;83;g2d48700bf3d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d48700bf3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d48700bf3d_0_1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COLAB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2d48700bf3d_0_13"/>
          <p:cNvSpPr txBox="1"/>
          <p:nvPr/>
        </p:nvSpPr>
        <p:spPr>
          <a:xfrm>
            <a:off x="942750" y="1180675"/>
            <a:ext cx="71370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¿Qué es Google Colab?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Algunas características: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Entorno Interactivo: </a:t>
            </a:r>
            <a:r>
              <a:rPr lang="es-419">
                <a:solidFill>
                  <a:schemeClr val="dk1"/>
                </a:solidFill>
              </a:rPr>
              <a:t>Proporciona un entorno interactivo donde se pueden ejecutar fragmentos de código y ver los resultados de inmediato, ideal para la enseñanza y el aprendizaje.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Colaboración en Tiempo Real: </a:t>
            </a:r>
            <a:r>
              <a:rPr lang="es-419">
                <a:solidFill>
                  <a:schemeClr val="dk1"/>
                </a:solidFill>
              </a:rPr>
              <a:t>Varias personas pueden trabajar en el mismo notebook simultáneamente, similar a Google Docs.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91" name="Google Shape;91;g2d48700bf3d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2d48700bf3d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d48700bf3d_0_2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GOOGLE COLAB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2d48700bf3d_0_21"/>
          <p:cNvSpPr txBox="1"/>
          <p:nvPr/>
        </p:nvSpPr>
        <p:spPr>
          <a:xfrm>
            <a:off x="942750" y="1180675"/>
            <a:ext cx="71370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¿Qué es Google Colab?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s-419">
                <a:solidFill>
                  <a:schemeClr val="dk1"/>
                </a:solidFill>
              </a:rPr>
              <a:t>Nota importante:</a:t>
            </a:r>
            <a:endParaRPr b="1"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“Consultar el manual de Google Colab 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que se encuentra en el aula virtual”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pic>
        <p:nvPicPr>
          <p:cNvPr id="99" name="Google Shape;99;g2d48700bf3d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d48700bf3d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650" y="1631328"/>
            <a:ext cx="3143425" cy="22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EJERCITACIÓN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815700" y="1279625"/>
            <a:ext cx="75240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s-419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Abrir el Google Colab, crear una nueva notebook y escribir los siguiente programas</a:t>
            </a:r>
            <a:r>
              <a:rPr b="1" i="1" lang="es-419">
                <a:latin typeface="Montserrat"/>
                <a:ea typeface="Montserrat"/>
                <a:cs typeface="Montserrat"/>
                <a:sym typeface="Montserrat"/>
              </a:rPr>
              <a:t> de Python: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AutoNum type="arabicParenR"/>
            </a:pPr>
            <a:r>
              <a:rPr b="0" i="0" lang="es-419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Realizar un programa de Python que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multiplique las variables numero_1 con el valor de 10 y numero_2 con el valor de 8.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	Informar el resultado con la función de </a:t>
            </a: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print()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AutoNum type="arabicParenR"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Definir una variable que contenga la siguiente cadena: </a:t>
            </a:r>
            <a:r>
              <a:rPr b="1" i="1" lang="es-419">
                <a:latin typeface="Montserrat"/>
                <a:ea typeface="Montserrat"/>
                <a:cs typeface="Montserrat"/>
                <a:sym typeface="Montserrat"/>
              </a:rPr>
              <a:t>“El curso de Python de Prisma es muy </a:t>
            </a:r>
            <a:r>
              <a:rPr b="1" i="1" lang="es-419">
                <a:latin typeface="Montserrat"/>
                <a:ea typeface="Montserrat"/>
                <a:cs typeface="Montserrat"/>
                <a:sym typeface="Montserrat"/>
              </a:rPr>
              <a:t>útil</a:t>
            </a:r>
            <a:r>
              <a:rPr b="1" i="1" lang="es-419">
                <a:latin typeface="Montserrat"/>
                <a:ea typeface="Montserrat"/>
                <a:cs typeface="Montserrat"/>
                <a:sym typeface="Montserrat"/>
              </a:rPr>
              <a:t> para aprender a programar”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A partir de dicha cadena, imprimir con la función de print la cantidad de caracteres que contiene.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EJERCITACIÓN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4" name="Google Shape;124;p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