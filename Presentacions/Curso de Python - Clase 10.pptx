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Proxima Nova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j+/qgmf8V0XYx1DoLRO2hsJ6zj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32deed39f_1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d32deed39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32f1a2a0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2d32f1a2a0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32f1a2a01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d32f1a2a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32f1a2a0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d32f1a2a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30e8002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d30e8002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13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5" Type="http://schemas.openxmlformats.org/officeDocument/2006/relationships/image" Target="../media/image19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1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2.png"/><Relationship Id="rId19" Type="http://schemas.openxmlformats.org/officeDocument/2006/relationships/image" Target="../media/image20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10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2d32deed39f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d32deed39f_1_1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LECTURA DE DATOS POR TECLADO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2d32deed39f_1_11"/>
          <p:cNvSpPr txBox="1"/>
          <p:nvPr/>
        </p:nvSpPr>
        <p:spPr>
          <a:xfrm>
            <a:off x="942750" y="1180675"/>
            <a:ext cx="7137000" cy="3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Lectura de datos por teclado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Para leer datos por teclados, utilizamos la función </a:t>
            </a:r>
            <a:r>
              <a:rPr b="1" lang="es-419">
                <a:solidFill>
                  <a:schemeClr val="dk1"/>
                </a:solidFill>
              </a:rPr>
              <a:t>input()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Dicha función siempre devuelve un tipo de dato </a:t>
            </a:r>
            <a:r>
              <a:rPr b="1" lang="es-419">
                <a:solidFill>
                  <a:schemeClr val="dk1"/>
                </a:solidFill>
              </a:rPr>
              <a:t>str</a:t>
            </a:r>
            <a:r>
              <a:rPr lang="es-419">
                <a:solidFill>
                  <a:schemeClr val="dk1"/>
                </a:solidFill>
              </a:rPr>
              <a:t>, entonces si necesitamos que un dato ingresado sea de tipo int, float y bool, debemos realizar la conversión, pero en este caso si da error al ingresar valores no </a:t>
            </a:r>
            <a:r>
              <a:rPr lang="es-419">
                <a:solidFill>
                  <a:schemeClr val="dk1"/>
                </a:solidFill>
              </a:rPr>
              <a:t>válidos</a:t>
            </a:r>
            <a:r>
              <a:rPr lang="es-419">
                <a:solidFill>
                  <a:schemeClr val="dk1"/>
                </a:solidFill>
              </a:rPr>
              <a:t> en los tipos de datos.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g2d32deed39f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2d32deed39f_1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5382" y="2604020"/>
            <a:ext cx="1653250" cy="6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2d32f1a2a0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2d32f1a2a01_0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LECTURA DE DATOS POR TECLADO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g2d32f1a2a01_0_1"/>
          <p:cNvSpPr txBox="1"/>
          <p:nvPr/>
        </p:nvSpPr>
        <p:spPr>
          <a:xfrm>
            <a:off x="942750" y="1180675"/>
            <a:ext cx="71370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Lectura de datos por teclado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 p</a:t>
            </a:r>
            <a:r>
              <a:rPr lang="es-419">
                <a:solidFill>
                  <a:schemeClr val="dk1"/>
                </a:solidFill>
              </a:rPr>
              <a:t>ara leer </a:t>
            </a:r>
            <a:r>
              <a:rPr b="1" lang="es-419">
                <a:solidFill>
                  <a:schemeClr val="dk1"/>
                </a:solidFill>
              </a:rPr>
              <a:t>str</a:t>
            </a:r>
            <a:r>
              <a:rPr lang="es-419">
                <a:solidFill>
                  <a:schemeClr val="dk1"/>
                </a:solidFill>
              </a:rPr>
              <a:t>, con la función </a:t>
            </a:r>
            <a:r>
              <a:rPr b="1" lang="es-419">
                <a:solidFill>
                  <a:schemeClr val="dk1"/>
                </a:solidFill>
              </a:rPr>
              <a:t>input()</a:t>
            </a:r>
            <a:r>
              <a:rPr lang="es-419">
                <a:solidFill>
                  <a:schemeClr val="dk1"/>
                </a:solidFill>
              </a:rPr>
              <a:t> y con un mensaje: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g2d32f1a2a01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2d32f1a2a01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0" y="2486275"/>
            <a:ext cx="45720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2d32f1a2a0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2d32f1a2a01_0_1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LECTURA DE DATOS POR TECLADO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g2d32f1a2a01_0_10"/>
          <p:cNvSpPr txBox="1"/>
          <p:nvPr/>
        </p:nvSpPr>
        <p:spPr>
          <a:xfrm>
            <a:off x="942750" y="1180675"/>
            <a:ext cx="71370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Lectura de datos por teclado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 para leer </a:t>
            </a:r>
            <a:r>
              <a:rPr b="1" lang="es-419">
                <a:solidFill>
                  <a:schemeClr val="dk1"/>
                </a:solidFill>
              </a:rPr>
              <a:t>int</a:t>
            </a:r>
            <a:r>
              <a:rPr lang="es-419">
                <a:solidFill>
                  <a:schemeClr val="dk1"/>
                </a:solidFill>
              </a:rPr>
              <a:t>, con la función </a:t>
            </a:r>
            <a:r>
              <a:rPr b="1" lang="es-419">
                <a:solidFill>
                  <a:schemeClr val="dk1"/>
                </a:solidFill>
              </a:rPr>
              <a:t>input()</a:t>
            </a:r>
            <a:r>
              <a:rPr lang="es-419">
                <a:solidFill>
                  <a:schemeClr val="dk1"/>
                </a:solidFill>
              </a:rPr>
              <a:t> y con un mensaje: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2d32f1a2a01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2d32f1a2a01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8350" y="2525200"/>
            <a:ext cx="486727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d32f1a2a01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d32f1a2a01_0_1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LECTURA DE DATOS POR TECLADO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2d32f1a2a01_0_19"/>
          <p:cNvSpPr txBox="1"/>
          <p:nvPr/>
        </p:nvSpPr>
        <p:spPr>
          <a:xfrm>
            <a:off x="942750" y="1180675"/>
            <a:ext cx="71370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Lectura de datos por teclado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 para leer </a:t>
            </a:r>
            <a:r>
              <a:rPr b="1" lang="es-419">
                <a:solidFill>
                  <a:schemeClr val="dk1"/>
                </a:solidFill>
              </a:rPr>
              <a:t>float</a:t>
            </a:r>
            <a:r>
              <a:rPr lang="es-419">
                <a:solidFill>
                  <a:schemeClr val="dk1"/>
                </a:solidFill>
              </a:rPr>
              <a:t>, con la función </a:t>
            </a:r>
            <a:r>
              <a:rPr b="1" lang="es-419">
                <a:solidFill>
                  <a:schemeClr val="dk1"/>
                </a:solidFill>
              </a:rPr>
              <a:t>input()</a:t>
            </a:r>
            <a:r>
              <a:rPr lang="es-419">
                <a:solidFill>
                  <a:schemeClr val="dk1"/>
                </a:solidFill>
              </a:rPr>
              <a:t> y con un mensaje: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2d32f1a2a01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d32f1a2a01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250" y="2601088"/>
            <a:ext cx="737235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2d30e8002c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d30e8002c4_0_0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g2d30e8002c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d30e8002c4_0_0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LECTURA DE DATOS POR TECLADO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9" name="Google Shape;119;p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1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