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Proxima Nova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Montserrat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jkeDPcSoZobRHnvAAMHcc6yyDl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ProximaNov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MontserratMedium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Italic.fntdata"/><Relationship Id="rId30" Type="http://schemas.openxmlformats.org/officeDocument/2006/relationships/font" Target="fonts/Montserrat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154c8a5ea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2154c8a5e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32bd9dab2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2d32bd9da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32bd9dab2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d32bd9dab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32bd9dab2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2d32bd9dab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2068dafc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02068daf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2068dafc6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02068dafc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30e8002c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2d30e8002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hyperlink" Target="https://www.facebook.com/AYIGROUP" TargetMode="External"/><Relationship Id="rId13" Type="http://schemas.openxmlformats.org/officeDocument/2006/relationships/image" Target="../media/image19.png"/><Relationship Id="rId12" Type="http://schemas.openxmlformats.org/officeDocument/2006/relationships/hyperlink" Target="https://www.instagram.com/ayi.group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5" Type="http://schemas.openxmlformats.org/officeDocument/2006/relationships/image" Target="../media/image16.png"/><Relationship Id="rId14" Type="http://schemas.openxmlformats.org/officeDocument/2006/relationships/hyperlink" Target="https://www.linkedin.com/company/ayigroup/" TargetMode="External"/><Relationship Id="rId17" Type="http://schemas.openxmlformats.org/officeDocument/2006/relationships/image" Target="../media/image23.png"/><Relationship Id="rId16" Type="http://schemas.openxmlformats.org/officeDocument/2006/relationships/hyperlink" Target="https://open.spotify.com/show/2WzJUSpRTR1SYRATYZ4el5" TargetMode="External"/><Relationship Id="rId5" Type="http://schemas.openxmlformats.org/officeDocument/2006/relationships/image" Target="../media/image6.png"/><Relationship Id="rId19" Type="http://schemas.openxmlformats.org/officeDocument/2006/relationships/image" Target="../media/image22.png"/><Relationship Id="rId6" Type="http://schemas.openxmlformats.org/officeDocument/2006/relationships/hyperlink" Target="http://ayi.group" TargetMode="External"/><Relationship Id="rId18" Type="http://schemas.openxmlformats.org/officeDocument/2006/relationships/hyperlink" Target="https://twitter.com/ayi_group" TargetMode="External"/><Relationship Id="rId7" Type="http://schemas.openxmlformats.org/officeDocument/2006/relationships/image" Target="../media/image18.png"/><Relationship Id="rId8" Type="http://schemas.openxmlformats.org/officeDocument/2006/relationships/hyperlink" Target="https://www.youtube.com/channel/UCVp79aoTmjW500iAkjRT9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480375" y="1725000"/>
            <a:ext cx="83508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419" sz="23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Capacitación de Python</a:t>
            </a:r>
            <a:endParaRPr b="0" i="0" sz="23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419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Instructor: </a:t>
            </a:r>
            <a:r>
              <a:rPr b="0" i="0" lang="es-419" sz="21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Sergio Garzón</a:t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7338" y="3508336"/>
            <a:ext cx="891486" cy="10471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4074970" y="3890910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357" y="3958800"/>
            <a:ext cx="1843088" cy="325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/>
        </p:nvSpPr>
        <p:spPr>
          <a:xfrm>
            <a:off x="1207811" y="3995249"/>
            <a:ext cx="6728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1250" y="1365475"/>
            <a:ext cx="4610351" cy="25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2154c8a5ea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2154c8a5eae_0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ASIGNACIONES </a:t>
            </a: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MÚLTIPLES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g2154c8a5eae_0_0"/>
          <p:cNvSpPr txBox="1"/>
          <p:nvPr/>
        </p:nvSpPr>
        <p:spPr>
          <a:xfrm>
            <a:off x="942750" y="1180675"/>
            <a:ext cx="7137000" cy="14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¿Que es la asignación </a:t>
            </a:r>
            <a:r>
              <a:rPr b="1" lang="es-419" sz="1800">
                <a:solidFill>
                  <a:schemeClr val="dk1"/>
                </a:solidFill>
              </a:rPr>
              <a:t>múltiple</a:t>
            </a:r>
            <a:r>
              <a:rPr b="1" lang="es-419" sz="1800">
                <a:solidFill>
                  <a:schemeClr val="dk1"/>
                </a:solidFill>
              </a:rPr>
              <a:t>?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Es una característica que permite asignar valores a varias variables en una sola línea de código.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" name="Google Shape;74;g2154c8a5ea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g2d32bd9dab2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2d32bd9dab2_0_8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ASIGNACIONES MÚLTIPLES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g2d32bd9dab2_0_8"/>
          <p:cNvSpPr txBox="1"/>
          <p:nvPr/>
        </p:nvSpPr>
        <p:spPr>
          <a:xfrm>
            <a:off x="942750" y="1180675"/>
            <a:ext cx="7137000" cy="18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Asignación </a:t>
            </a:r>
            <a:r>
              <a:rPr b="1" lang="es-419" sz="1800">
                <a:solidFill>
                  <a:schemeClr val="dk1"/>
                </a:solidFill>
              </a:rPr>
              <a:t>múltiple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1" lang="es-419">
                <a:solidFill>
                  <a:schemeClr val="dk1"/>
                </a:solidFill>
              </a:rPr>
              <a:t>Ejemplo:</a:t>
            </a:r>
            <a:endParaRPr b="1"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Con la asignación múltiple podemos evitar hacer 4 lineas de codigo para asignarle valores a las variables: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2" name="Google Shape;82;g2d32bd9dab2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2d32bd9dab2_0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2375" y="3135200"/>
            <a:ext cx="384810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2d32bd9dab2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2d32bd9dab2_0_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ASIGNACIONES MÚLTIPLES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g2d32bd9dab2_0_1"/>
          <p:cNvSpPr txBox="1"/>
          <p:nvPr/>
        </p:nvSpPr>
        <p:spPr>
          <a:xfrm>
            <a:off x="942750" y="1180675"/>
            <a:ext cx="71370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Asignación </a:t>
            </a:r>
            <a:r>
              <a:rPr b="1" lang="es-419" sz="1800">
                <a:solidFill>
                  <a:schemeClr val="dk1"/>
                </a:solidFill>
              </a:rPr>
              <a:t>múltiple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Podemos asignar valores a varias variables, separadas por coma.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1" name="Google Shape;91;g2d32bd9dab2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2d32bd9dab2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412" y="2959025"/>
            <a:ext cx="7841176" cy="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2d32bd9dab2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d32bd9dab2_0_17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ASIGNACIONES MÚLTIPLES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g2d32bd9dab2_0_17"/>
          <p:cNvSpPr txBox="1"/>
          <p:nvPr/>
        </p:nvSpPr>
        <p:spPr>
          <a:xfrm>
            <a:off x="942750" y="1180675"/>
            <a:ext cx="71370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Asignación múltiple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Es posible asignarle el mismo valor a varias variables en una misma línea.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0" name="Google Shape;100;g2d32bd9dab2_0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2d32bd9dab2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038" y="3001963"/>
            <a:ext cx="7781925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02068dafc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02068dafc6_0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ASIGNACIONES MÚLTIPLES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g302068dafc6_0_0"/>
          <p:cNvSpPr txBox="1"/>
          <p:nvPr/>
        </p:nvSpPr>
        <p:spPr>
          <a:xfrm>
            <a:off x="942750" y="1180675"/>
            <a:ext cx="7137000" cy="16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Asignación múltiple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Es posible asignar a cada variable un valor de una lista.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9" name="Google Shape;109;g302068dafc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02068dafc6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9686" y="2935900"/>
            <a:ext cx="7433475" cy="166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302068dafc6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02068dafc6_0_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ASIGNACIONES MÚLTIPLES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g302068dafc6_0_9"/>
          <p:cNvSpPr txBox="1"/>
          <p:nvPr/>
        </p:nvSpPr>
        <p:spPr>
          <a:xfrm>
            <a:off x="942750" y="1180675"/>
            <a:ext cx="7137000" cy="3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Asignación múltiple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Es posible asignar valores a una variable y definir que una de ellas se le va a asignar una lista de valores.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resultado </a:t>
            </a:r>
            <a:r>
              <a:rPr lang="es-419">
                <a:solidFill>
                  <a:schemeClr val="dk1"/>
                </a:solidFill>
              </a:rPr>
              <a:t>sería</a:t>
            </a:r>
            <a:r>
              <a:rPr lang="es-419">
                <a:solidFill>
                  <a:schemeClr val="dk1"/>
                </a:solidFill>
              </a:rPr>
              <a:t> </a:t>
            </a:r>
            <a:r>
              <a:rPr b="1" i="1" lang="es-419">
                <a:solidFill>
                  <a:schemeClr val="dk1"/>
                </a:solidFill>
              </a:rPr>
              <a:t>var1 = 1, lista= 2, 3, 4, 5, 6, var2 = 7</a:t>
            </a:r>
            <a:endParaRPr b="1" i="1">
              <a:solidFill>
                <a:schemeClr val="dk1"/>
              </a:solidFill>
            </a:endParaRPr>
          </a:p>
        </p:txBody>
      </p:sp>
      <p:pic>
        <p:nvPicPr>
          <p:cNvPr id="118" name="Google Shape;118;g302068dafc6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02068dafc6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9763" y="3063175"/>
            <a:ext cx="7193326" cy="9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2d30e8002c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2d30e8002c4_0_0"/>
          <p:cNvSpPr txBox="1"/>
          <p:nvPr/>
        </p:nvSpPr>
        <p:spPr>
          <a:xfrm>
            <a:off x="973050" y="1262388"/>
            <a:ext cx="713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1" lang="es-419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“AHORA VAMOS A PRACTICARLO”</a:t>
            </a:r>
            <a:endParaRPr b="1" i="1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2d30e8002c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699" y="1805175"/>
            <a:ext cx="3971714" cy="26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2d30e8002c4_0_0"/>
          <p:cNvSpPr txBox="1"/>
          <p:nvPr/>
        </p:nvSpPr>
        <p:spPr>
          <a:xfrm>
            <a:off x="906450" y="685375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ASIGNACIONES MÚLTIPLES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5760" y="4065645"/>
            <a:ext cx="1843088" cy="32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600" y="3922941"/>
            <a:ext cx="601985" cy="70709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1195698" y="3997755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6" name="Google Shape;136;p4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48200" y="4091107"/>
            <a:ext cx="269200" cy="26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0690" y="4091743"/>
            <a:ext cx="268772" cy="26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4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6328" y="4091744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4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61948" y="4091803"/>
            <a:ext cx="268775" cy="26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4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05069" y="4091373"/>
            <a:ext cx="268772" cy="26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33817" y="4091742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4">
            <a:hlinkClick r:id="rId18"/>
          </p:cNvPr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419457" y="4091381"/>
            <a:ext cx="268775" cy="26877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 txBox="1"/>
          <p:nvPr/>
        </p:nvSpPr>
        <p:spPr>
          <a:xfrm>
            <a:off x="1208426" y="1880412"/>
            <a:ext cx="32445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s-419" sz="56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Gracias</a:t>
            </a:r>
            <a:endParaRPr b="0" i="0" sz="5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4256116" y="2149411"/>
            <a:ext cx="420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“Transformamos realidades co-creando soluciones de alto impacto”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