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Proxima Nova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Montserrat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jCfF0PxqrtUJK7GSZrYWO7f9o3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ProximaNova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.fntdata"/><Relationship Id="rId3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154c8a5ea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2154c8a5e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154c8a5eae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154c8a5ea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154d5e74d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154d5e74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154c8a5eae_0_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2154c8a5ea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15506870ea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215506870e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5506870ea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215506870e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15506870e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15506870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30e8002c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2d30e8002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19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jpg"/><Relationship Id="rId4" Type="http://schemas.openxmlformats.org/officeDocument/2006/relationships/image" Target="../media/image18.png"/><Relationship Id="rId9" Type="http://schemas.openxmlformats.org/officeDocument/2006/relationships/image" Target="../media/image26.png"/><Relationship Id="rId15" Type="http://schemas.openxmlformats.org/officeDocument/2006/relationships/image" Target="../media/image28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16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4.png"/><Relationship Id="rId19" Type="http://schemas.openxmlformats.org/officeDocument/2006/relationships/image" Target="../media/image21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24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b="0" i="0" sz="23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419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b="0" i="0" lang="es-419" sz="21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1207811" y="39952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5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2154c8a5ea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2154c8a5eae_0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OPERADORES EN PYTHON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g2154c8a5eae_0_0"/>
          <p:cNvSpPr txBox="1"/>
          <p:nvPr/>
        </p:nvSpPr>
        <p:spPr>
          <a:xfrm>
            <a:off x="942750" y="1180675"/>
            <a:ext cx="7137000" cy="3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Operadores Aritméticos: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Se utilizan para realizar operaciones matemáticas, como ser suma, resta, multiplicación, división, resto o residuo y exponenciales.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Lista de operadores: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Suma: +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Resta: -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Multiplicación: *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División: /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División entera: //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Módulo: %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Exponente: **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" name="Google Shape;74;g2154c8a5ea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OPERADORES EN PYTHON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/>
        </p:nvSpPr>
        <p:spPr>
          <a:xfrm>
            <a:off x="942750" y="1180675"/>
            <a:ext cx="71370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Suma</a:t>
            </a:r>
            <a:r>
              <a:rPr b="1" lang="es-419" sz="1800">
                <a:solidFill>
                  <a:schemeClr val="dk1"/>
                </a:solidFill>
              </a:rPr>
              <a:t>: </a:t>
            </a:r>
            <a:r>
              <a:rPr lang="es-419">
                <a:solidFill>
                  <a:schemeClr val="dk1"/>
                </a:solidFill>
              </a:rPr>
              <a:t>También llamada adición. Símbolo del operador en Python (+)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Veamos un ejemplo en código Python: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83" name="Google Shape;8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0873" y="2157792"/>
            <a:ext cx="7331099" cy="2383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2154c8a5eae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2154c8a5eae_0_5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OPERADORES EN PYTHON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g2154c8a5eae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2154c8a5eae_0_57"/>
          <p:cNvSpPr txBox="1"/>
          <p:nvPr/>
        </p:nvSpPr>
        <p:spPr>
          <a:xfrm>
            <a:off x="942750" y="1180675"/>
            <a:ext cx="71370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Resta</a:t>
            </a:r>
            <a:r>
              <a:rPr b="1" lang="es-419" sz="1800">
                <a:solidFill>
                  <a:schemeClr val="dk1"/>
                </a:solidFill>
              </a:rPr>
              <a:t>: </a:t>
            </a:r>
            <a:r>
              <a:rPr lang="es-419">
                <a:solidFill>
                  <a:schemeClr val="dk1"/>
                </a:solidFill>
              </a:rPr>
              <a:t>También llamada sustracción. </a:t>
            </a:r>
            <a:r>
              <a:rPr lang="es-419">
                <a:solidFill>
                  <a:schemeClr val="dk1"/>
                </a:solidFill>
              </a:rPr>
              <a:t>Símbolo</a:t>
            </a:r>
            <a:r>
              <a:rPr lang="es-419">
                <a:solidFill>
                  <a:schemeClr val="dk1"/>
                </a:solidFill>
              </a:rPr>
              <a:t> del operador en Python (-)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Veamos un ejemplo en código Python: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92" name="Google Shape;92;g2154c8a5eae_0_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975" y="2145175"/>
            <a:ext cx="7296900" cy="214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2154d5e74d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154d5e74dd_0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OPERADORES EN PYTHON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g2154d5e74d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2154d5e74dd_0_0"/>
          <p:cNvSpPr txBox="1"/>
          <p:nvPr/>
        </p:nvSpPr>
        <p:spPr>
          <a:xfrm>
            <a:off x="942750" y="1180675"/>
            <a:ext cx="71370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Multiplicación</a:t>
            </a:r>
            <a:r>
              <a:rPr b="1" lang="es-419" sz="1800">
                <a:solidFill>
                  <a:schemeClr val="dk1"/>
                </a:solidFill>
              </a:rPr>
              <a:t>: </a:t>
            </a:r>
            <a:r>
              <a:rPr lang="es-419">
                <a:solidFill>
                  <a:schemeClr val="dk1"/>
                </a:solidFill>
              </a:rPr>
              <a:t>También llamado producto. </a:t>
            </a:r>
            <a:r>
              <a:rPr lang="es-419">
                <a:solidFill>
                  <a:schemeClr val="dk1"/>
                </a:solidFill>
              </a:rPr>
              <a:t>Símbolo</a:t>
            </a:r>
            <a:r>
              <a:rPr lang="es-419">
                <a:solidFill>
                  <a:schemeClr val="dk1"/>
                </a:solidFill>
              </a:rPr>
              <a:t> del operador en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Python (*)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Veamos un ejemplo en código Python: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01" name="Google Shape;101;g2154d5e74d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738" y="2314017"/>
            <a:ext cx="7513374" cy="2189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2154c8a5eae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154c8a5eae_0_66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OPERADORES EN PYTHON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" name="Google Shape;108;g2154c8a5eae_0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2154c8a5eae_0_66"/>
          <p:cNvSpPr txBox="1"/>
          <p:nvPr/>
        </p:nvSpPr>
        <p:spPr>
          <a:xfrm>
            <a:off x="942750" y="1180675"/>
            <a:ext cx="71370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División</a:t>
            </a:r>
            <a:r>
              <a:rPr b="1" lang="es-419" sz="1800">
                <a:solidFill>
                  <a:schemeClr val="dk1"/>
                </a:solidFill>
              </a:rPr>
              <a:t>: </a:t>
            </a:r>
            <a:r>
              <a:rPr lang="es-419">
                <a:solidFill>
                  <a:schemeClr val="dk1"/>
                </a:solidFill>
              </a:rPr>
              <a:t>Símbolo del operador en Python </a:t>
            </a:r>
            <a:r>
              <a:rPr lang="es-419">
                <a:solidFill>
                  <a:schemeClr val="dk1"/>
                </a:solidFill>
              </a:rPr>
              <a:t>(/)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Veamos un ejemplo en código Python: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10" name="Google Shape;110;g2154c8a5eae_0_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5350" y="2135025"/>
            <a:ext cx="7199575" cy="212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215506870ea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215506870ea_0_2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OPERADORES EN PYTHON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" name="Google Shape;117;g215506870ea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215506870ea_0_29"/>
          <p:cNvSpPr txBox="1"/>
          <p:nvPr/>
        </p:nvSpPr>
        <p:spPr>
          <a:xfrm>
            <a:off x="942750" y="1180675"/>
            <a:ext cx="7137000" cy="1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División entera: </a:t>
            </a:r>
            <a:r>
              <a:rPr lang="es-419">
                <a:solidFill>
                  <a:schemeClr val="dk1"/>
                </a:solidFill>
              </a:rPr>
              <a:t>Símbolo del operador en Python (//)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La diferencia con la </a:t>
            </a:r>
            <a:r>
              <a:rPr lang="es-419">
                <a:solidFill>
                  <a:schemeClr val="dk1"/>
                </a:solidFill>
              </a:rPr>
              <a:t>división</a:t>
            </a:r>
            <a:r>
              <a:rPr lang="es-419">
                <a:solidFill>
                  <a:schemeClr val="dk1"/>
                </a:solidFill>
              </a:rPr>
              <a:t> </a:t>
            </a:r>
            <a:r>
              <a:rPr lang="es-419">
                <a:solidFill>
                  <a:schemeClr val="dk1"/>
                </a:solidFill>
              </a:rPr>
              <a:t>común</a:t>
            </a:r>
            <a:r>
              <a:rPr lang="es-419">
                <a:solidFill>
                  <a:schemeClr val="dk1"/>
                </a:solidFill>
              </a:rPr>
              <a:t>, es que se obtiene un valor entero.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Veamos un ejemplo en código Python: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19" name="Google Shape;119;g215506870ea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550" y="2517475"/>
            <a:ext cx="7184900" cy="203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215506870ea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215506870ea_0_1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OPERADORES EN PYTHON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6" name="Google Shape;126;g215506870ea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215506870ea_0_18"/>
          <p:cNvSpPr txBox="1"/>
          <p:nvPr/>
        </p:nvSpPr>
        <p:spPr>
          <a:xfrm>
            <a:off x="942750" y="1180675"/>
            <a:ext cx="7137000" cy="20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Módulo</a:t>
            </a:r>
            <a:r>
              <a:rPr b="1" lang="es-419" sz="1800">
                <a:solidFill>
                  <a:schemeClr val="dk1"/>
                </a:solidFill>
              </a:rPr>
              <a:t>: </a:t>
            </a:r>
            <a:r>
              <a:rPr lang="es-419">
                <a:solidFill>
                  <a:schemeClr val="dk1"/>
                </a:solidFill>
              </a:rPr>
              <a:t>También llamado resto. Es el resultado de una división, no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es el cociente. Símbolo en Python </a:t>
            </a:r>
            <a:r>
              <a:rPr lang="es-419">
                <a:solidFill>
                  <a:schemeClr val="dk1"/>
                </a:solidFill>
              </a:rPr>
              <a:t>(%)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Recordemos las partes de una división: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Veamos un ejemplo en código Python: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28" name="Google Shape;128;g215506870ea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7450" y="1782500"/>
            <a:ext cx="1911600" cy="10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215506870ea_0_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8975" y="3104425"/>
            <a:ext cx="6164550" cy="153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215506870e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215506870ea_0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OPERADORES EN PYTHON</a:t>
            </a:r>
            <a:endParaRPr b="1" sz="2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Google Shape;136;g215506870e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15506870ea_0_0"/>
          <p:cNvSpPr txBox="1"/>
          <p:nvPr/>
        </p:nvSpPr>
        <p:spPr>
          <a:xfrm>
            <a:off x="942750" y="1180675"/>
            <a:ext cx="71370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Exponente</a:t>
            </a:r>
            <a:r>
              <a:rPr b="1" lang="es-419" sz="1800">
                <a:solidFill>
                  <a:schemeClr val="dk1"/>
                </a:solidFill>
              </a:rPr>
              <a:t>: </a:t>
            </a:r>
            <a:r>
              <a:rPr lang="es-419">
                <a:solidFill>
                  <a:schemeClr val="dk1"/>
                </a:solidFill>
              </a:rPr>
              <a:t>O también potencia. Símbolo del operador en Python </a:t>
            </a:r>
            <a:r>
              <a:rPr lang="es-419">
                <a:solidFill>
                  <a:schemeClr val="dk1"/>
                </a:solidFill>
              </a:rPr>
              <a:t>(**)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Veamos un ejemplo en código Python: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38" name="Google Shape;138;g215506870ea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0876" y="2127197"/>
            <a:ext cx="7331100" cy="2136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2d30e8002c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d30e8002c4_0_0"/>
          <p:cNvSpPr txBox="1"/>
          <p:nvPr/>
        </p:nvSpPr>
        <p:spPr>
          <a:xfrm>
            <a:off x="973050" y="1262388"/>
            <a:ext cx="713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1" lang="es-419" sz="1500">
                <a:solidFill>
                  <a:schemeClr val="dk1"/>
                </a:solidFill>
              </a:rPr>
              <a:t>“AHORA VAMOS A PRACTICARLO”</a:t>
            </a:r>
            <a:endParaRPr b="1" i="1" sz="1500"/>
          </a:p>
        </p:txBody>
      </p:sp>
      <p:pic>
        <p:nvPicPr>
          <p:cNvPr id="145" name="Google Shape;145;g2d30e8002c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699" y="1805175"/>
            <a:ext cx="3971714" cy="26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2d30e8002c4_0_0"/>
          <p:cNvSpPr txBox="1"/>
          <p:nvPr/>
        </p:nvSpPr>
        <p:spPr>
          <a:xfrm>
            <a:off x="906450" y="685375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OPERADORES EN PYTHON</a:t>
            </a:r>
            <a:endParaRPr b="1" sz="3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01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5" name="Google Shape;155;p4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4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4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4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4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4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0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