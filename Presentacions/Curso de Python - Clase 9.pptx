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Proxima Nova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h9FjnnC8L3IcjMCsIliZIy87T4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italic.fntdata"/><Relationship Id="rId30" Type="http://schemas.openxmlformats.org/officeDocument/2006/relationships/font" Target="fonts/MontserratMedium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Montserrat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32deff329_2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d32deff329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32f7b2ec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2d32f7b2e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d32f7b2ec9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d32f7b2ec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32f7b2ec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d32f7b2ec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32f7b2ec9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2d32f7b2ec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d32f7b2ec9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2d32f7b2ec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32f7b2ec9_1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d32f7b2ec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30e8002c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d30e8002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.jp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.jp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17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3.png"/><Relationship Id="rId9" Type="http://schemas.openxmlformats.org/officeDocument/2006/relationships/image" Target="../media/image19.png"/><Relationship Id="rId15" Type="http://schemas.openxmlformats.org/officeDocument/2006/relationships/image" Target="../media/image22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23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11.png"/><Relationship Id="rId19" Type="http://schemas.openxmlformats.org/officeDocument/2006/relationships/image" Target="../media/image18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20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b="0" i="0" sz="23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419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b="0" i="0" lang="es-419" sz="21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1207811" y="39952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2d32deff329_2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2d32deff329_2_1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CONVERSIÓN</a:t>
            </a: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ENTRE 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g2d32deff329_2_18"/>
          <p:cNvSpPr txBox="1"/>
          <p:nvPr/>
        </p:nvSpPr>
        <p:spPr>
          <a:xfrm>
            <a:off x="942750" y="1180675"/>
            <a:ext cx="7137000" cy="31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Conversión entre tipos de datos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En python podemos realizar conversiones de los diferentes tipos de datos: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str &gt; int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int &gt; str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bool &gt; str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str &gt; float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float &gt; str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int &gt; float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float &gt; int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g2d32deff329_2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2d32f7b2ec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2d32f7b2ec9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CONVERSIÓN ENTRE 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g2d32f7b2ec9_0_0"/>
          <p:cNvSpPr txBox="1"/>
          <p:nvPr/>
        </p:nvSpPr>
        <p:spPr>
          <a:xfrm>
            <a:off x="942750" y="1180675"/>
            <a:ext cx="7137000" cy="3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Conversión entre tipos de datos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Con la función </a:t>
            </a:r>
            <a:r>
              <a:rPr b="1" lang="es-419">
                <a:solidFill>
                  <a:schemeClr val="dk1"/>
                </a:solidFill>
              </a:rPr>
              <a:t>str()</a:t>
            </a:r>
            <a:r>
              <a:rPr lang="es-419">
                <a:solidFill>
                  <a:schemeClr val="dk1"/>
                </a:solidFill>
              </a:rPr>
              <a:t> podemos convertir cualquier tipos de datos a tipo de datos </a:t>
            </a:r>
            <a:r>
              <a:rPr b="1" lang="es-419">
                <a:solidFill>
                  <a:schemeClr val="dk1"/>
                </a:solidFill>
              </a:rPr>
              <a:t>str </a:t>
            </a:r>
            <a:r>
              <a:rPr lang="es-419">
                <a:solidFill>
                  <a:schemeClr val="dk1"/>
                </a:solidFill>
              </a:rPr>
              <a:t>(string para cadena de caracteres)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consola nos </a:t>
            </a:r>
            <a:r>
              <a:rPr lang="es-419">
                <a:solidFill>
                  <a:schemeClr val="dk1"/>
                </a:solidFill>
              </a:rPr>
              <a:t>mostrará</a:t>
            </a:r>
            <a:r>
              <a:rPr lang="es-419">
                <a:solidFill>
                  <a:schemeClr val="dk1"/>
                </a:solidFill>
              </a:rPr>
              <a:t> el valor de </a:t>
            </a:r>
            <a:r>
              <a:rPr b="1" lang="es-419">
                <a:solidFill>
                  <a:schemeClr val="dk1"/>
                </a:solidFill>
              </a:rPr>
              <a:t>15 </a:t>
            </a:r>
            <a:r>
              <a:rPr lang="es-419">
                <a:solidFill>
                  <a:schemeClr val="dk1"/>
                </a:solidFill>
              </a:rPr>
              <a:t>y luego </a:t>
            </a:r>
            <a:r>
              <a:rPr b="1" lang="es-419">
                <a:solidFill>
                  <a:schemeClr val="dk1"/>
                </a:solidFill>
              </a:rPr>
              <a:t>&lt;class ‘str’&gt;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g2d32f7b2ec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2d32f7b2ec9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5598" y="2892448"/>
            <a:ext cx="3844475" cy="149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2d32f7b2ec9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2d32f7b2ec9_0_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CONVERSIÓN ENTRE 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g2d32f7b2ec9_0_7"/>
          <p:cNvSpPr txBox="1"/>
          <p:nvPr/>
        </p:nvSpPr>
        <p:spPr>
          <a:xfrm>
            <a:off x="942750" y="1180675"/>
            <a:ext cx="7137000" cy="3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Conversión entre tipos de datos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Con la función </a:t>
            </a:r>
            <a:r>
              <a:rPr b="1" lang="es-419">
                <a:solidFill>
                  <a:schemeClr val="dk1"/>
                </a:solidFill>
              </a:rPr>
              <a:t>int</a:t>
            </a:r>
            <a:r>
              <a:rPr b="1" lang="es-419">
                <a:solidFill>
                  <a:schemeClr val="dk1"/>
                </a:solidFill>
              </a:rPr>
              <a:t>()</a:t>
            </a:r>
            <a:r>
              <a:rPr lang="es-419">
                <a:solidFill>
                  <a:schemeClr val="dk1"/>
                </a:solidFill>
              </a:rPr>
              <a:t> podemos convertir desde un tipo de datos “str” o “float” a el tipo de dato “</a:t>
            </a:r>
            <a:r>
              <a:rPr b="1" lang="es-419">
                <a:solidFill>
                  <a:schemeClr val="dk1"/>
                </a:solidFill>
              </a:rPr>
              <a:t>int” </a:t>
            </a:r>
            <a:r>
              <a:rPr lang="es-419">
                <a:solidFill>
                  <a:schemeClr val="dk1"/>
                </a:solidFill>
              </a:rPr>
              <a:t>(valores </a:t>
            </a:r>
            <a:r>
              <a:rPr lang="es-419">
                <a:solidFill>
                  <a:schemeClr val="dk1"/>
                </a:solidFill>
              </a:rPr>
              <a:t>numéricos</a:t>
            </a:r>
            <a:r>
              <a:rPr lang="es-419">
                <a:solidFill>
                  <a:schemeClr val="dk1"/>
                </a:solidFill>
              </a:rPr>
              <a:t> sin coma decimal).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consola nos mostrará el valor de </a:t>
            </a:r>
            <a:r>
              <a:rPr b="1" lang="es-419">
                <a:solidFill>
                  <a:schemeClr val="dk1"/>
                </a:solidFill>
              </a:rPr>
              <a:t>10 </a:t>
            </a:r>
            <a:r>
              <a:rPr lang="es-419">
                <a:solidFill>
                  <a:schemeClr val="dk1"/>
                </a:solidFill>
              </a:rPr>
              <a:t>y luego </a:t>
            </a:r>
            <a:r>
              <a:rPr b="1" lang="es-419">
                <a:solidFill>
                  <a:schemeClr val="dk1"/>
                </a:solidFill>
              </a:rPr>
              <a:t>&lt;class ‘int’&gt;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2d32f7b2ec9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2d32f7b2ec9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1001" y="2781423"/>
            <a:ext cx="3847923" cy="15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2d32f7b2ec9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d32f7b2ec9_0_1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CONVERSIÓN ENTRE 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g2d32f7b2ec9_0_16"/>
          <p:cNvSpPr txBox="1"/>
          <p:nvPr/>
        </p:nvSpPr>
        <p:spPr>
          <a:xfrm>
            <a:off x="942750" y="1180675"/>
            <a:ext cx="7137000" cy="3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Conversión entre tipos de datos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Con la función </a:t>
            </a:r>
            <a:r>
              <a:rPr b="1" lang="es-419">
                <a:solidFill>
                  <a:schemeClr val="dk1"/>
                </a:solidFill>
              </a:rPr>
              <a:t>int()</a:t>
            </a:r>
            <a:r>
              <a:rPr lang="es-419">
                <a:solidFill>
                  <a:schemeClr val="dk1"/>
                </a:solidFill>
              </a:rPr>
              <a:t> no podemos convertir un tipo bool, si lo realizamos no nos va dar error, simplemente si el valor bool es True, el valor int </a:t>
            </a:r>
            <a:r>
              <a:rPr lang="es-419">
                <a:solidFill>
                  <a:schemeClr val="dk1"/>
                </a:solidFill>
              </a:rPr>
              <a:t>será</a:t>
            </a:r>
            <a:r>
              <a:rPr lang="es-419">
                <a:solidFill>
                  <a:schemeClr val="dk1"/>
                </a:solidFill>
              </a:rPr>
              <a:t> 1 (uno), y si el valor bool es False, el valor int </a:t>
            </a:r>
            <a:r>
              <a:rPr lang="es-419">
                <a:solidFill>
                  <a:schemeClr val="dk1"/>
                </a:solidFill>
              </a:rPr>
              <a:t>será</a:t>
            </a:r>
            <a:r>
              <a:rPr lang="es-419">
                <a:solidFill>
                  <a:schemeClr val="dk1"/>
                </a:solidFill>
              </a:rPr>
              <a:t> 0 (cero)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consola nos mostrará el valor de </a:t>
            </a:r>
            <a:r>
              <a:rPr b="1" lang="es-419">
                <a:solidFill>
                  <a:schemeClr val="dk1"/>
                </a:solidFill>
              </a:rPr>
              <a:t>1 </a:t>
            </a:r>
            <a:r>
              <a:rPr lang="es-419">
                <a:solidFill>
                  <a:schemeClr val="dk1"/>
                </a:solidFill>
              </a:rPr>
              <a:t>y luego </a:t>
            </a:r>
            <a:r>
              <a:rPr b="1" lang="es-419">
                <a:solidFill>
                  <a:schemeClr val="dk1"/>
                </a:solidFill>
              </a:rPr>
              <a:t>&lt;class ‘int’&gt;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2d32f7b2ec9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2d32f7b2ec9_0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1925" y="2817900"/>
            <a:ext cx="3999100" cy="15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2d32f7b2ec9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d32f7b2ec9_1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CONVERSIÓN ENTRE 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g2d32f7b2ec9_1_0"/>
          <p:cNvSpPr txBox="1"/>
          <p:nvPr/>
        </p:nvSpPr>
        <p:spPr>
          <a:xfrm>
            <a:off x="942750" y="1180675"/>
            <a:ext cx="7137000" cy="3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Conversión entre tipos de datos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Con la función </a:t>
            </a:r>
            <a:r>
              <a:rPr b="1" lang="es-419">
                <a:solidFill>
                  <a:schemeClr val="dk1"/>
                </a:solidFill>
              </a:rPr>
              <a:t>float</a:t>
            </a:r>
            <a:r>
              <a:rPr b="1" lang="es-419">
                <a:solidFill>
                  <a:schemeClr val="dk1"/>
                </a:solidFill>
              </a:rPr>
              <a:t>() </a:t>
            </a:r>
            <a:r>
              <a:rPr lang="es-419">
                <a:solidFill>
                  <a:schemeClr val="dk1"/>
                </a:solidFill>
              </a:rPr>
              <a:t>podemos convertir </a:t>
            </a:r>
            <a:r>
              <a:rPr lang="es-419">
                <a:solidFill>
                  <a:schemeClr val="dk1"/>
                </a:solidFill>
              </a:rPr>
              <a:t>desde un tipo de datos “str” o “int” a el tipo de dato “</a:t>
            </a:r>
            <a:r>
              <a:rPr b="1" lang="es-419">
                <a:solidFill>
                  <a:schemeClr val="dk1"/>
                </a:solidFill>
              </a:rPr>
              <a:t>float” </a:t>
            </a:r>
            <a:r>
              <a:rPr lang="es-419">
                <a:solidFill>
                  <a:schemeClr val="dk1"/>
                </a:solidFill>
              </a:rPr>
              <a:t>(valores numéricos con coma decimal, en inglés es ‘punto’).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consola nos mostrará el valor de </a:t>
            </a:r>
            <a:r>
              <a:rPr b="1" lang="es-419">
                <a:solidFill>
                  <a:schemeClr val="dk1"/>
                </a:solidFill>
              </a:rPr>
              <a:t>1235.22</a:t>
            </a:r>
            <a:r>
              <a:rPr b="1" lang="es-419">
                <a:solidFill>
                  <a:schemeClr val="dk1"/>
                </a:solidFill>
              </a:rPr>
              <a:t> </a:t>
            </a:r>
            <a:r>
              <a:rPr lang="es-419">
                <a:solidFill>
                  <a:schemeClr val="dk1"/>
                </a:solidFill>
              </a:rPr>
              <a:t>y luego </a:t>
            </a:r>
            <a:r>
              <a:rPr b="1" lang="es-419">
                <a:solidFill>
                  <a:schemeClr val="dk1"/>
                </a:solidFill>
              </a:rPr>
              <a:t>&lt;class ‘float’&gt;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g2d32f7b2ec9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d32f7b2ec9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0575" y="2654525"/>
            <a:ext cx="4080000" cy="147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2d32f7b2ec9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2d32f7b2ec9_1_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CONVERSIÓN ENTRE 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g2d32f7b2ec9_1_9"/>
          <p:cNvSpPr txBox="1"/>
          <p:nvPr/>
        </p:nvSpPr>
        <p:spPr>
          <a:xfrm>
            <a:off x="942750" y="1180675"/>
            <a:ext cx="7137000" cy="3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Conversión entre tipos de datos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Al igual que la </a:t>
            </a:r>
            <a:r>
              <a:rPr lang="es-419">
                <a:solidFill>
                  <a:schemeClr val="dk1"/>
                </a:solidFill>
              </a:rPr>
              <a:t>función</a:t>
            </a:r>
            <a:r>
              <a:rPr lang="es-419">
                <a:solidFill>
                  <a:schemeClr val="dk1"/>
                </a:solidFill>
              </a:rPr>
              <a:t> int(), c</a:t>
            </a:r>
            <a:r>
              <a:rPr lang="es-419">
                <a:solidFill>
                  <a:schemeClr val="dk1"/>
                </a:solidFill>
              </a:rPr>
              <a:t>on la función </a:t>
            </a:r>
            <a:r>
              <a:rPr b="1" lang="es-419">
                <a:solidFill>
                  <a:schemeClr val="dk1"/>
                </a:solidFill>
              </a:rPr>
              <a:t>float</a:t>
            </a:r>
            <a:r>
              <a:rPr b="1" lang="es-419">
                <a:solidFill>
                  <a:schemeClr val="dk1"/>
                </a:solidFill>
              </a:rPr>
              <a:t>()</a:t>
            </a:r>
            <a:r>
              <a:rPr lang="es-419">
                <a:solidFill>
                  <a:schemeClr val="dk1"/>
                </a:solidFill>
              </a:rPr>
              <a:t> no podemos convertir un tipo bool, si lo realizamos no nos va dar error, simplemente si el valor bool es True, el valor float será 1.0 (uno), y si el valor bool es False, el valor int será 0.0 (cero)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consola nos mostrará el valor de </a:t>
            </a:r>
            <a:r>
              <a:rPr b="1" lang="es-419">
                <a:solidFill>
                  <a:schemeClr val="dk1"/>
                </a:solidFill>
              </a:rPr>
              <a:t>0.0 </a:t>
            </a:r>
            <a:r>
              <a:rPr lang="es-419">
                <a:solidFill>
                  <a:schemeClr val="dk1"/>
                </a:solidFill>
              </a:rPr>
              <a:t>y luego </a:t>
            </a:r>
            <a:r>
              <a:rPr b="1" lang="es-419">
                <a:solidFill>
                  <a:schemeClr val="dk1"/>
                </a:solidFill>
              </a:rPr>
              <a:t>&lt;class ‘float’&gt;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2d32f7b2ec9_1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d32f7b2ec9_1_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0825" y="2931500"/>
            <a:ext cx="4092825" cy="145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2d32f7b2ec9_1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2d32f7b2ec9_1_2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CONVERSIÓN ENTRE 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g2d32f7b2ec9_1_26"/>
          <p:cNvSpPr txBox="1"/>
          <p:nvPr/>
        </p:nvSpPr>
        <p:spPr>
          <a:xfrm>
            <a:off x="942750" y="1180675"/>
            <a:ext cx="7137000" cy="3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Conversión entre tipos de datos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Con la función </a:t>
            </a:r>
            <a:r>
              <a:rPr b="1" lang="es-419">
                <a:solidFill>
                  <a:schemeClr val="dk1"/>
                </a:solidFill>
              </a:rPr>
              <a:t>bool() </a:t>
            </a:r>
            <a:r>
              <a:rPr lang="es-419">
                <a:solidFill>
                  <a:schemeClr val="dk1"/>
                </a:solidFill>
              </a:rPr>
              <a:t>no podemos convertir de un tipo de datos “str”, “int” o “float” a un tipo de datos “</a:t>
            </a:r>
            <a:r>
              <a:rPr b="1" lang="es-419">
                <a:solidFill>
                  <a:schemeClr val="dk1"/>
                </a:solidFill>
              </a:rPr>
              <a:t>bool”</a:t>
            </a:r>
            <a:r>
              <a:rPr lang="es-419">
                <a:solidFill>
                  <a:schemeClr val="dk1"/>
                </a:solidFill>
              </a:rPr>
              <a:t>, si lo realizamos no nos va a dar error. Por ejemplo si intentamos con int y colocamos un valor distinto de 0 (cero), el valor bool va a ser True, si es igual a 0 (cero), el valor bool </a:t>
            </a:r>
            <a:r>
              <a:rPr lang="es-419">
                <a:solidFill>
                  <a:schemeClr val="dk1"/>
                </a:solidFill>
              </a:rPr>
              <a:t>será</a:t>
            </a:r>
            <a:r>
              <a:rPr lang="es-419">
                <a:solidFill>
                  <a:schemeClr val="dk1"/>
                </a:solidFill>
              </a:rPr>
              <a:t> False.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Ejemplo de código: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consola nos mostrará el valor de </a:t>
            </a:r>
            <a:r>
              <a:rPr b="1" lang="es-419">
                <a:solidFill>
                  <a:schemeClr val="dk1"/>
                </a:solidFill>
              </a:rPr>
              <a:t>True </a:t>
            </a:r>
            <a:r>
              <a:rPr lang="es-419">
                <a:solidFill>
                  <a:schemeClr val="dk1"/>
                </a:solidFill>
              </a:rPr>
              <a:t>y luego </a:t>
            </a:r>
            <a:r>
              <a:rPr b="1" lang="es-419">
                <a:solidFill>
                  <a:schemeClr val="dk1"/>
                </a:solidFill>
              </a:rPr>
              <a:t>&lt;class ‘bool’&gt;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2d32f7b2ec9_1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2d32f7b2ec9_1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0038" y="3018625"/>
            <a:ext cx="3572775" cy="13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2d30e8002c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2d30e8002c4_0_0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1" lang="es-419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“AHORA VAMOS A PRACTICARLO”</a:t>
            </a:r>
            <a:endParaRPr b="1" i="1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2d30e8002c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d30e8002c4_0_0"/>
          <p:cNvSpPr txBox="1"/>
          <p:nvPr/>
        </p:nvSpPr>
        <p:spPr>
          <a:xfrm>
            <a:off x="906450" y="685375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CONVERSIÓN ENTRE TIPOS DE DATOS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5" name="Google Shape;145;p4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4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4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4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1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